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FB762-0D01-491F-92E9-F1DC0D29BE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Sistema de información de veterinario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451399-3297-4F04-A12A-EE1C431CCC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1691036"/>
          </a:xfrm>
        </p:spPr>
        <p:txBody>
          <a:bodyPr>
            <a:normAutofit/>
          </a:bodyPr>
          <a:lstStyle/>
          <a:p>
            <a:r>
              <a:rPr lang="es-MX" dirty="0"/>
              <a:t>Sebastián González</a:t>
            </a:r>
          </a:p>
          <a:p>
            <a:r>
              <a:rPr lang="es-MX" dirty="0"/>
              <a:t>Alejandro Córdoba</a:t>
            </a:r>
          </a:p>
          <a:p>
            <a:r>
              <a:rPr lang="es-MX" dirty="0"/>
              <a:t>Sara villa</a:t>
            </a:r>
          </a:p>
        </p:txBody>
      </p:sp>
    </p:spTree>
    <p:extLst>
      <p:ext uri="{BB962C8B-B14F-4D97-AF65-F5344CB8AC3E}">
        <p14:creationId xmlns:p14="http://schemas.microsoft.com/office/powerpoint/2010/main" val="987634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B3E6F1-9C4D-4A9B-876B-FE6549BF0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16" y="962902"/>
            <a:ext cx="4176384" cy="2380828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800"/>
              <a:t>nombre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7" y="3528543"/>
            <a:ext cx="41714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7 ideas de 101 Dalmatians | 101 dálmatas, dálmatas, 101 dalmatas personajes">
            <a:extLst>
              <a:ext uri="{FF2B5EF4-FFF2-40B4-BE49-F238E27FC236}">
                <a16:creationId xmlns:a16="http://schemas.microsoft.com/office/drawing/2014/main" id="{39B0F3A1-8887-4ADF-8644-6932D2A0A7C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75372" y="805583"/>
            <a:ext cx="3798520" cy="4660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8975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AD14BAD-87C9-4930-B2EA-25D816C57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16" y="962902"/>
            <a:ext cx="4176384" cy="2380828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800"/>
              <a:t>raza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7" y="3528543"/>
            <a:ext cx="41714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Raza de perro - Wikipedia, la enciclopedia libre">
            <a:extLst>
              <a:ext uri="{FF2B5EF4-FFF2-40B4-BE49-F238E27FC236}">
                <a16:creationId xmlns:a16="http://schemas.microsoft.com/office/drawing/2014/main" id="{D4E6B8A4-6D7B-449F-9982-7C5F6802C3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4411" y="955980"/>
            <a:ext cx="4960442" cy="4359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791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8DAB20-FF2A-489B-9411-F22257618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16" y="962902"/>
            <a:ext cx="4176384" cy="2380828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800"/>
              <a:t>edad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7" y="3528543"/>
            <a:ext cx="41714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La edad de tu perro en años humanos | El blog de veterinaria, noticias,  mascotas y curiosidades">
            <a:extLst>
              <a:ext uri="{FF2B5EF4-FFF2-40B4-BE49-F238E27FC236}">
                <a16:creationId xmlns:a16="http://schemas.microsoft.com/office/drawing/2014/main" id="{09A71073-E2B8-4001-99DC-747857DE13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67628" y="805583"/>
            <a:ext cx="3414008" cy="4660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979331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{37E25788-B9D3-443F-B985-255BBAED9732}tf10001114</Template>
  <TotalTime>36</TotalTime>
  <Words>14</Words>
  <Application>Microsoft Office PowerPoint</Application>
  <PresentationFormat>Panorámica</PresentationFormat>
  <Paragraphs>7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Gill Sans MT</vt:lpstr>
      <vt:lpstr>Galería</vt:lpstr>
      <vt:lpstr>Sistema de información de veterinario </vt:lpstr>
      <vt:lpstr>nombre</vt:lpstr>
      <vt:lpstr>raza</vt:lpstr>
      <vt:lpstr>edad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información de veterinario </dc:title>
  <dc:creator>Sara Villa Muñoz</dc:creator>
  <cp:lastModifiedBy>sara villa</cp:lastModifiedBy>
  <cp:revision>1</cp:revision>
  <dcterms:created xsi:type="dcterms:W3CDTF">2022-03-08T00:26:30Z</dcterms:created>
  <dcterms:modified xsi:type="dcterms:W3CDTF">2022-03-08T01:03:11Z</dcterms:modified>
</cp:coreProperties>
</file>